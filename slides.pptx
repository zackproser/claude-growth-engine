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atar-pixel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336381" cy="731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0" y="13716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Zack Proser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4688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D97757"/>
                </a:solidFill>
              </a:defRPr>
            </a:pPr>
            <a:r>
              <a:t>Staff Developer &amp; AI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3611879"/>
            <a:ext cx="137160" cy="137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4747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CCCCCC"/>
                </a:solidFill>
              </a:defRPr>
            </a:pPr>
            <a:r>
              <a:t>14+ years as a full-stack developer</a:t>
            </a:r>
            <a:br/>
            <a:r>
              <a:t>on the Applied AI team at WorkOS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892040"/>
            <a:ext cx="137160" cy="137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754879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CCCCCC"/>
                </a:solidFill>
              </a:defRPr>
            </a:pPr>
            <a:r>
              <a:t>Built at startups of every size —</a:t>
            </a:r>
            <a:br/>
            <a:r>
              <a:t>from pre-seed to public company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6172200"/>
            <a:ext cx="137160" cy="137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60350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200">
                <a:solidFill>
                  <a:srgbClr val="CCCCCC"/>
                </a:solidFill>
              </a:defRPr>
            </a:pPr>
            <a:r>
              <a:t>Building with Claude for 3 years —</a:t>
            </a:r>
            <a:br/>
            <a:r>
              <a:t>from the API to the Agent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7498079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Claude Growth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